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95593-08AB-8612-E480-C60A7CA81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DF248C-48A4-174B-C39B-CC33EF6D4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9B8439-9285-6EBE-064F-148FD0CC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91276-0EB7-636D-B432-3050A846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90573-EE6F-285B-9A95-9942EA5B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15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79240-A5B7-4934-B58E-C45A5CE3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A29717-5377-47C2-26C1-594742E1E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0320EF-492F-DABF-E4F0-81147E2F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AD5181-6E10-2ACE-3D2B-4753ADE8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9120AE-C63B-9BF5-2691-EEA982C5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05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E3B355-06E2-3C3F-EEBA-BAF7A1AAA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E93D06-DA8B-24B1-7D10-D9F03F061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E1DF4-BD5C-CE53-BAF7-C8E146F4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69D6F1-F289-D4E0-51CF-2F6E207F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AA570-97CA-3CDC-979C-A73EAC3B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02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F0D52-940D-1059-96C4-B84BF9CD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E28387-3B6C-918A-62B3-C849EFB53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17E860-CB8B-8844-AD39-016A772C0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DF340F-685A-36EB-6FBA-C682A63AB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3EF2D3-E158-1FFE-1410-540EB8593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90C161-409D-DE2D-A098-7BE1952A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466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D5FFD-0435-D6F2-406E-A1A01BF03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A9EC2F-018D-A5F0-6431-20A5DC8E1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0BB720-DFBE-A9D6-67EB-E0ADE7EFD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3C87D4-FE5A-C13D-05A5-9AC8E5F36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227D5D-1F26-2C8D-D4EB-F7B7604A2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B4931E-F974-1067-6529-D0292B0D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B1C4F1-551D-A436-0692-5034E91A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B19B38-FDCE-DF6D-B341-2C71AFB7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60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19CE0-F9ED-A7B2-B7F0-F1BD4F641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64169C-6DBC-4F5F-990F-B8F338B6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B89FF0-FFAD-C5FF-CB09-9FD02446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1DF069-B5B8-390F-CA33-251C1DF6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43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75A0E6-8E2F-BFE2-EE7F-F9FE6562C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A90CFF-7B42-C8C0-BAEA-34524B9E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DAB48F-1A1B-2BE5-3C3F-BFE326F0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88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E98C8-C46E-BFCF-DA02-CCEEBED6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F00FD-40BD-3FE4-9FC9-40F6854BB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88FC99-3681-B494-D4F8-7C0FE3607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472014-8591-935A-E2C0-9AA3537F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A812B1-BE2F-1BC7-59F8-C774B09E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7B5970-31A0-F34A-7976-5ACDC070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887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9B5F1-C467-7820-180A-ED79A6566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F41EA6-3D55-D982-C857-5C7919610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3BCFB1-45CA-9DFF-58F8-04A2BF647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D0D43D-FC5F-57F9-E8ED-9B60CCAE3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F9540A-E159-3C10-C73B-A285DB57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02D260-AEA7-8FD7-CAAD-85E871C2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26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58525-F5BD-6BDD-536E-CD11C8E2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73734A-B598-CD31-5A92-255BAA208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87991-58E4-5F3E-B515-83EBDCE2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AC2763-78C9-C35F-8F0E-4F0B49A78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F50B48-9D06-8369-73B8-E40400A4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33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C4AA2D-FCD9-0514-FEB5-F2975CFC1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6D92F5-9F45-C3AA-A6F4-03F46C1B3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FEDDC-008F-86DD-C430-171955E6E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9F77C-B71E-CBC9-B021-B5AD0435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2FB81B-B0A2-A175-E0B1-EFCD0FA0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15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B6B930-1B06-C3D7-242E-77B0B582E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8AB8E7-1A50-77BA-868A-ED37AF136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24E5B-3341-23E1-8C84-FE3B502DC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4323E-6A0E-4013-B6D3-13797059FBA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5909AC-11CB-FFCC-B314-17E18385B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632953-B13D-552F-8707-603200BA5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49A40-8C7E-415D-8833-B3F3B11294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25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32274-43C6-5F1B-39FF-276F549C0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스킬</a:t>
            </a:r>
            <a:r>
              <a:rPr lang="en-US" altLang="ko-KR" dirty="0"/>
              <a:t>, </a:t>
            </a:r>
            <a:r>
              <a:rPr lang="ko-KR" altLang="en-US" dirty="0" err="1"/>
              <a:t>스탯</a:t>
            </a:r>
            <a:r>
              <a:rPr lang="en-US" altLang="ko-KR" dirty="0"/>
              <a:t>, </a:t>
            </a:r>
            <a:r>
              <a:rPr lang="ko-KR" altLang="en-US" dirty="0"/>
              <a:t>데미지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23A54E-3DC1-AB66-1350-0F8FDF3B4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031675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Run – 20%</a:t>
            </a:r>
          </a:p>
          <a:p>
            <a:r>
              <a:rPr lang="en-US" altLang="ko-KR" dirty="0" err="1"/>
              <a:t>WarCry</a:t>
            </a:r>
            <a:r>
              <a:rPr lang="en-US" altLang="ko-KR" dirty="0"/>
              <a:t> – </a:t>
            </a:r>
            <a:r>
              <a:rPr lang="ko-KR" altLang="en-US" dirty="0"/>
              <a:t>범위</a:t>
            </a:r>
            <a:r>
              <a:rPr lang="en-US" altLang="ko-KR" dirty="0"/>
              <a:t>:7, </a:t>
            </a:r>
            <a:r>
              <a:rPr lang="ko-KR" altLang="en-US" dirty="0"/>
              <a:t>속도</a:t>
            </a:r>
            <a:r>
              <a:rPr lang="en-US" altLang="ko-KR" dirty="0"/>
              <a:t>:30%</a:t>
            </a:r>
          </a:p>
          <a:p>
            <a:endParaRPr lang="en-US" altLang="ko-KR" dirty="0"/>
          </a:p>
          <a:p>
            <a:r>
              <a:rPr lang="ko-KR" altLang="en-US" dirty="0" err="1"/>
              <a:t>점혈찌르기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범위</a:t>
            </a:r>
            <a:r>
              <a:rPr lang="en-US" altLang="ko-KR" dirty="0"/>
              <a:t>:5, </a:t>
            </a:r>
            <a:r>
              <a:rPr lang="ko-KR" altLang="en-US" dirty="0" err="1"/>
              <a:t>공격증가량</a:t>
            </a:r>
            <a:r>
              <a:rPr lang="en-US" altLang="ko-KR" dirty="0"/>
              <a:t>:30, </a:t>
            </a:r>
            <a:r>
              <a:rPr lang="ko-KR" altLang="en-US" dirty="0" err="1"/>
              <a:t>유틸</a:t>
            </a:r>
            <a:r>
              <a:rPr lang="en-US" altLang="ko-KR" dirty="0"/>
              <a:t>:20, </a:t>
            </a:r>
            <a:r>
              <a:rPr lang="ko-KR" altLang="en-US" dirty="0"/>
              <a:t>속도</a:t>
            </a:r>
            <a:r>
              <a:rPr lang="en-US" altLang="ko-KR" dirty="0"/>
              <a:t>:40%</a:t>
            </a:r>
          </a:p>
          <a:p>
            <a:endParaRPr lang="en-US" altLang="ko-KR" dirty="0"/>
          </a:p>
          <a:p>
            <a:r>
              <a:rPr lang="en-US" altLang="ko-KR" dirty="0"/>
              <a:t>Hunter Eyes – 7</a:t>
            </a:r>
            <a:r>
              <a:rPr lang="ko-KR" altLang="en-US" dirty="0" err="1"/>
              <a:t>초동안</a:t>
            </a:r>
            <a:r>
              <a:rPr lang="ko-KR" altLang="en-US" dirty="0"/>
              <a:t> </a:t>
            </a:r>
            <a:r>
              <a:rPr lang="en-US" altLang="ko-KR" dirty="0"/>
              <a:t>20</a:t>
            </a:r>
            <a:r>
              <a:rPr lang="ko-KR" altLang="en-US" dirty="0"/>
              <a:t>증가</a:t>
            </a:r>
            <a:endParaRPr lang="en-US" altLang="ko-KR" dirty="0"/>
          </a:p>
          <a:p>
            <a:r>
              <a:rPr lang="en-US" altLang="ko-KR" dirty="0"/>
              <a:t>Wind Step – </a:t>
            </a:r>
            <a:r>
              <a:rPr lang="ko-KR" altLang="en-US" dirty="0"/>
              <a:t>범위</a:t>
            </a:r>
            <a:r>
              <a:rPr lang="en-US" altLang="ko-KR" dirty="0"/>
              <a:t>:5, 30%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94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375C2EF-F2DC-3E54-7AF3-977F7E44C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584333"/>
              </p:ext>
            </p:extLst>
          </p:nvPr>
        </p:nvGraphicFramePr>
        <p:xfrm>
          <a:off x="501771" y="202081"/>
          <a:ext cx="11188457" cy="6417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296104058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2948278057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237330276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218673639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2635716884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2172054721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2553985159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Teleport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Blink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Body Strength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Enchant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Earth Impact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Magic Missile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452813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64493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71092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553427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정신집중 후 긴 거리이동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짧은 거리 순간이동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물리공격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이동속도 증가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공격 강화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불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추가피해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얼음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둔화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번개</a:t>
                      </a:r>
                      <a:r>
                        <a:rPr lang="en-US" altLang="ko-KR" sz="1400" dirty="0"/>
                        <a:t>: 5</a:t>
                      </a:r>
                      <a:r>
                        <a:rPr lang="ko-KR" altLang="en-US" sz="1400" dirty="0"/>
                        <a:t>스택마다 기절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독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지속피해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10 / 20% / 1</a:t>
                      </a:r>
                      <a:r>
                        <a:rPr lang="ko-KR" altLang="en-US" sz="1400" dirty="0"/>
                        <a:t>초</a:t>
                      </a:r>
                      <a:r>
                        <a:rPr lang="en-US" altLang="ko-KR" sz="1400" dirty="0"/>
                        <a:t> /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주변에 충격파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데미지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투사체를 날려 데미지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306787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12.f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6.f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물리공격력 </a:t>
                      </a:r>
                      <a:r>
                        <a:rPr lang="en-US" altLang="ko-KR" sz="1400" dirty="0"/>
                        <a:t>10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</a:t>
                      </a:r>
                      <a:r>
                        <a:rPr lang="en-US" altLang="ko-KR" sz="1400" dirty="0"/>
                        <a:t>50%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12.f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1.3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1.1f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705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038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586692"/>
              </p:ext>
            </p:extLst>
          </p:nvPr>
        </p:nvGraphicFramePr>
        <p:xfrm>
          <a:off x="635000" y="421698"/>
          <a:ext cx="11188457" cy="616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Energy</a:t>
                      </a:r>
                    </a:p>
                    <a:p>
                      <a:pPr algn="ctr" latinLnBrk="1"/>
                      <a:r>
                        <a:rPr lang="en-US" altLang="ko-KR" dirty="0"/>
                        <a:t>Ball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Magic Eye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Darkness Ray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Reflect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BigBang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Overload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0.7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0.15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554367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정신집중 후 구체 발사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/>
                        <a:t>초간 시야확보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 err="1"/>
                        <a:t>초뒤에</a:t>
                      </a:r>
                      <a:r>
                        <a:rPr lang="ko-KR" altLang="en-US" sz="1400" dirty="0"/>
                        <a:t> 파괴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내에 보스가 있으면 </a:t>
                      </a:r>
                      <a:r>
                        <a:rPr lang="ko-KR" altLang="en-US" sz="1400" dirty="0" err="1"/>
                        <a:t>미니맵에</a:t>
                      </a:r>
                      <a:r>
                        <a:rPr lang="ko-KR" altLang="en-US" sz="1400" dirty="0"/>
                        <a:t> 보인다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정신 집중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광선 발사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애니메이션 시간까지 지속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0.2</a:t>
                      </a:r>
                      <a:r>
                        <a:rPr lang="ko-KR" altLang="en-US" sz="1400" dirty="0"/>
                        <a:t>초마다 데미지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받은 피해 반사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작은 구체 발사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처음 적중한 위치를 기준으로 일정범위에 지속적인 데미지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/>
                        <a:t>초간 일반 스킬 </a:t>
                      </a:r>
                      <a:r>
                        <a:rPr lang="ko-KR" altLang="en-US" sz="1400" dirty="0" err="1"/>
                        <a:t>쿨타임</a:t>
                      </a:r>
                      <a:r>
                        <a:rPr lang="ko-KR" altLang="en-US" sz="1400" dirty="0"/>
                        <a:t> 절반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1.4f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15.f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0.8f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적중 시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1.6f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데미지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1.6f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951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32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650992"/>
              </p:ext>
            </p:extLst>
          </p:nvPr>
        </p:nvGraphicFramePr>
        <p:xfrm>
          <a:off x="635000" y="421698"/>
          <a:ext cx="11188457" cy="5073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Dodge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Run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Heavy</a:t>
                      </a:r>
                    </a:p>
                    <a:p>
                      <a:pPr algn="ctr" latinLnBrk="1"/>
                      <a:r>
                        <a:rPr lang="en-US" altLang="ko-KR" dirty="0"/>
                        <a:t>Slash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Shield</a:t>
                      </a:r>
                    </a:p>
                    <a:p>
                      <a:pPr algn="ctr" latinLnBrk="1"/>
                      <a:r>
                        <a:rPr lang="en-US" altLang="ko-KR" dirty="0"/>
                        <a:t>Bash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War Cry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Defensive</a:t>
                      </a:r>
                    </a:p>
                    <a:p>
                      <a:pPr algn="ctr" latinLnBrk="1"/>
                      <a:r>
                        <a:rPr lang="en-US" altLang="ko-KR" dirty="0"/>
                        <a:t>Stance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0.7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94845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한쪽 방향으로 구른다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이동속도 상승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전방에 큰 피해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방패를 들고 돌진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일정 범위 내 아군의 이동속도 </a:t>
                      </a: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초 증가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입는 피해 </a:t>
                      </a:r>
                      <a:r>
                        <a:rPr lang="en-US" altLang="ko-KR" sz="1400" dirty="0"/>
                        <a:t>60%</a:t>
                      </a:r>
                      <a:r>
                        <a:rPr lang="ko-KR" altLang="en-US" sz="1400" dirty="0"/>
                        <a:t> 감소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이동속도 감소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18.F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+</a:t>
                      </a:r>
                      <a:r>
                        <a:rPr lang="ko-KR" altLang="en-US" sz="1400" dirty="0"/>
                        <a:t> 이동속도비례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20% </a:t>
                      </a:r>
                      <a:r>
                        <a:rPr lang="ko-KR" altLang="en-US" sz="1400" dirty="0"/>
                        <a:t>상승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돌진속도 </a:t>
                      </a:r>
                      <a:r>
                        <a:rPr lang="en-US" altLang="ko-KR" sz="1400" dirty="0"/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7.0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</a:t>
                      </a:r>
                      <a:r>
                        <a:rPr lang="en-US" altLang="ko-KR" sz="1400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</a:t>
                      </a:r>
                      <a:r>
                        <a:rPr lang="en-US" altLang="ko-KR" sz="1400" dirty="0"/>
                        <a:t>-30%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815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90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619135"/>
              </p:ext>
            </p:extLst>
          </p:nvPr>
        </p:nvGraphicFramePr>
        <p:xfrm>
          <a:off x="635000" y="421698"/>
          <a:ext cx="11188457" cy="5521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Berserk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Aura</a:t>
                      </a:r>
                    </a:p>
                    <a:p>
                      <a:pPr algn="ctr" latinLnBrk="1"/>
                      <a:r>
                        <a:rPr lang="en-US" altLang="ko-KR" dirty="0"/>
                        <a:t>Blade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Hell</a:t>
                      </a:r>
                    </a:p>
                    <a:p>
                      <a:pPr algn="ctr" latinLnBrk="1"/>
                      <a:r>
                        <a:rPr lang="en-US" altLang="ko-KR" dirty="0"/>
                        <a:t>Blade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Judgement</a:t>
                      </a:r>
                    </a:p>
                    <a:p>
                      <a:pPr algn="ctr" latinLnBrk="1"/>
                      <a:r>
                        <a:rPr lang="en-US" altLang="ko-KR" dirty="0"/>
                        <a:t>Sword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Protected</a:t>
                      </a:r>
                    </a:p>
                    <a:p>
                      <a:pPr algn="ctr" latinLnBrk="1"/>
                      <a:r>
                        <a:rPr lang="en-US" altLang="ko-KR" dirty="0"/>
                        <a:t>Area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Ankle</a:t>
                      </a:r>
                    </a:p>
                    <a:p>
                      <a:pPr algn="ctr" latinLnBrk="1"/>
                      <a:r>
                        <a:rPr lang="en-US" altLang="ko-KR" dirty="0"/>
                        <a:t>Cut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0.4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1.1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340706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공격관련 </a:t>
                      </a:r>
                      <a:r>
                        <a:rPr lang="ko-KR" altLang="en-US" sz="1400" dirty="0" err="1"/>
                        <a:t>스탯</a:t>
                      </a:r>
                      <a:r>
                        <a:rPr lang="ko-KR" altLang="en-US" sz="1400" dirty="0"/>
                        <a:t> 상승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방어관련 </a:t>
                      </a:r>
                      <a:r>
                        <a:rPr lang="ko-KR" altLang="en-US" sz="1400" dirty="0" err="1"/>
                        <a:t>스탯</a:t>
                      </a:r>
                      <a:r>
                        <a:rPr lang="ko-KR" altLang="en-US" sz="1400" dirty="0"/>
                        <a:t> 감소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관통하는 검기를 날린다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관통시</a:t>
                      </a:r>
                      <a:r>
                        <a:rPr lang="ko-KR" altLang="en-US" sz="1400" dirty="0"/>
                        <a:t> 데미지 </a:t>
                      </a:r>
                      <a:r>
                        <a:rPr lang="en-US" altLang="ko-KR" sz="1400" dirty="0"/>
                        <a:t>10%</a:t>
                      </a:r>
                      <a:r>
                        <a:rPr lang="ko-KR" altLang="en-US" sz="1400" dirty="0"/>
                        <a:t>씩 감소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주변 적에게 지속적으로 피해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전방에 적에게 표식을 남기고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표식이 있는 적에게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 err="1"/>
                        <a:t>초뒤</a:t>
                      </a:r>
                      <a:r>
                        <a:rPr lang="ko-KR" altLang="en-US" sz="1400" dirty="0"/>
                        <a:t> 검이 떨어져 피해를 준다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8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보호 구역을 생성해 아군 방어력 증가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전방에 피해를 입히고 적중한 적은 </a:t>
                      </a:r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출혈 </a:t>
                      </a:r>
                      <a:r>
                        <a:rPr lang="ko-KR" altLang="en-US" sz="1400" dirty="0" err="1"/>
                        <a:t>디버프</a:t>
                      </a:r>
                      <a:r>
                        <a:rPr lang="ko-KR" altLang="en-US" sz="1400" dirty="0"/>
                        <a:t> 및 둔화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유틸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</a:t>
                      </a:r>
                      <a:r>
                        <a:rPr lang="en-US" altLang="ko-KR" sz="1400" dirty="0"/>
                        <a:t>10%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방어력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감소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1.2 + </a:t>
                      </a: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1.5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떨어지는 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1.5 + </a:t>
                      </a: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1.2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방어력 </a:t>
                      </a:r>
                      <a:r>
                        <a:rPr lang="en-US" altLang="ko-KR" sz="1400" dirty="0"/>
                        <a:t>* 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0.6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출혈데미지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+ </a:t>
                      </a:r>
                      <a:r>
                        <a:rPr lang="ko-KR" altLang="en-US" sz="1400" dirty="0"/>
                        <a:t>마법공격력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둔화 </a:t>
                      </a:r>
                      <a:r>
                        <a:rPr lang="en-US" altLang="ko-KR" sz="1400" dirty="0"/>
                        <a:t>20%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272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1774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243284"/>
              </p:ext>
            </p:extLst>
          </p:nvPr>
        </p:nvGraphicFramePr>
        <p:xfrm>
          <a:off x="635000" y="421698"/>
          <a:ext cx="11188457" cy="5073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순보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회피기동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회전각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난격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명왕권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운기조식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4.4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391963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짧은 거리를 </a:t>
                      </a:r>
                      <a:br>
                        <a:rPr lang="en-US" altLang="ko-KR" sz="1400" dirty="0"/>
                      </a:br>
                      <a:r>
                        <a:rPr lang="ko-KR" altLang="en-US" sz="1400" dirty="0"/>
                        <a:t>순간이동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바라보는 방향으로 구르기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제자리에서 돌려차기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전방에 빠른 속도로 </a:t>
                      </a:r>
                      <a:r>
                        <a:rPr lang="en-US" altLang="ko-KR" sz="1400" dirty="0"/>
                        <a:t>8</a:t>
                      </a:r>
                      <a:r>
                        <a:rPr lang="ko-KR" altLang="en-US" sz="1400" dirty="0"/>
                        <a:t>번의 공격을 가한다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정신 </a:t>
                      </a:r>
                      <a:r>
                        <a:rPr lang="ko-KR" altLang="en-US" sz="1400" dirty="0" err="1"/>
                        <a:t>집중후</a:t>
                      </a:r>
                      <a:r>
                        <a:rPr lang="ko-KR" altLang="en-US" sz="1400" dirty="0"/>
                        <a:t> 피해를 입히면 앞으로 나아간다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자리에 앉아 정신집중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집중 이후 </a:t>
                      </a: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초간 공격력 및 이동속도 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ko-KR" altLang="en-US" dirty="0"/>
                        <a:t>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10.0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20.0 + </a:t>
                      </a:r>
                      <a:r>
                        <a:rPr lang="ko-KR" altLang="en-US" sz="1400" dirty="0"/>
                        <a:t>이동속도 비례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0.7f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0.1</a:t>
                      </a:r>
                      <a:r>
                        <a:rPr lang="ko-KR" altLang="en-US" sz="1400" dirty="0"/>
                        <a:t>초마다 데미지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1.6f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10 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</a:t>
                      </a:r>
                      <a:r>
                        <a:rPr lang="en-US" altLang="ko-KR" sz="1400" dirty="0"/>
                        <a:t>30% 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04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2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905281"/>
              </p:ext>
            </p:extLst>
          </p:nvPr>
        </p:nvGraphicFramePr>
        <p:xfrm>
          <a:off x="635000" y="421698"/>
          <a:ext cx="11188457" cy="5521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점혈</a:t>
                      </a:r>
                      <a:r>
                        <a:rPr lang="ko-KR" altLang="en-US" dirty="0"/>
                        <a:t> 찌르기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금강불괴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신풍각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사량발천근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승룡각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즉시시전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918543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자신과 근처 아군의 현재 체력의 </a:t>
                      </a:r>
                      <a:r>
                        <a:rPr lang="en-US" altLang="ko-KR" sz="1400" dirty="0"/>
                        <a:t>15%</a:t>
                      </a:r>
                      <a:r>
                        <a:rPr lang="ko-KR" altLang="en-US" sz="1400" dirty="0"/>
                        <a:t>를 감소시키고 공격 관련 </a:t>
                      </a:r>
                      <a:r>
                        <a:rPr lang="ko-KR" altLang="en-US" sz="1400" dirty="0" err="1"/>
                        <a:t>스탯을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8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받는 피해 </a:t>
                      </a:r>
                      <a:r>
                        <a:rPr lang="en-US" altLang="ko-KR" sz="1400" dirty="0"/>
                        <a:t>90% </a:t>
                      </a:r>
                      <a:r>
                        <a:rPr lang="ko-KR" altLang="en-US" sz="1400" dirty="0"/>
                        <a:t>감소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다른 행동 불가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짧은 거리를 날아가며 발차기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데미지를 흡수하고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 err="1"/>
                        <a:t>초후</a:t>
                      </a:r>
                      <a:r>
                        <a:rPr lang="ko-KR" altLang="en-US" sz="1400" dirty="0"/>
                        <a:t> 근처 적에게 흡수한 데미지에 비례하여 피해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힘을 모아 전방에 장풍발사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공중으로 뛰어 올라 발로 바닥을 내리찍는다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</a:t>
                      </a:r>
                      <a:r>
                        <a:rPr lang="en-US" altLang="ko-KR" sz="1400" dirty="0"/>
                        <a:t>40%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치명타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1.2f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흡수한 데미지 </a:t>
                      </a:r>
                      <a:r>
                        <a:rPr lang="en-US" altLang="ko-KR" sz="1400" dirty="0"/>
                        <a:t>* 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1.7 + </a:t>
                      </a: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중앙 범위 </a:t>
                      </a:r>
                      <a:r>
                        <a:rPr lang="en-US" altLang="ko-KR" sz="1400" dirty="0"/>
                        <a:t>5.0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3.0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바깥범위 </a:t>
                      </a:r>
                      <a:r>
                        <a:rPr lang="en-US" altLang="ko-KR" sz="1400" dirty="0"/>
                        <a:t>10.0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1.5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87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3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040771"/>
              </p:ext>
            </p:extLst>
          </p:nvPr>
        </p:nvGraphicFramePr>
        <p:xfrm>
          <a:off x="635000" y="421698"/>
          <a:ext cx="11188457" cy="5137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Back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Dodge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Multiple Shot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Vault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Vital Point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Penetraiting</a:t>
                      </a:r>
                      <a:r>
                        <a:rPr lang="en-US" altLang="ko-KR" dirty="0"/>
                        <a:t> Shot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96454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빠르게 뒤로 이동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바로보는</a:t>
                      </a:r>
                      <a:r>
                        <a:rPr lang="ko-KR" altLang="en-US" sz="1400" dirty="0"/>
                        <a:t> 방향으로 구른다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전방으로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발의 화살 발사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앞의 대상을 발로 차고 대상의 반대 방향에 착지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다음 공격 </a:t>
                      </a:r>
                      <a:r>
                        <a:rPr lang="ko-KR" altLang="en-US" sz="1400" dirty="0" err="1"/>
                        <a:t>피해량</a:t>
                      </a:r>
                      <a:r>
                        <a:rPr lang="ko-KR" altLang="en-US" sz="1400" dirty="0"/>
                        <a:t> 증가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정신을 집중하여 관통하는 화살 발사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관통 시 데미지 </a:t>
                      </a:r>
                      <a:r>
                        <a:rPr lang="en-US" altLang="ko-KR" sz="1400" dirty="0"/>
                        <a:t>10% </a:t>
                      </a:r>
                      <a:r>
                        <a:rPr lang="ko-KR" altLang="en-US" sz="1400" dirty="0"/>
                        <a:t>감소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15.0 + </a:t>
                      </a:r>
                      <a:r>
                        <a:rPr lang="ko-KR" altLang="en-US" sz="1400" dirty="0"/>
                        <a:t>이동속도 비례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15.0 + </a:t>
                      </a:r>
                      <a:r>
                        <a:rPr lang="ko-KR" altLang="en-US" sz="1400" dirty="0"/>
                        <a:t>이동속도 비례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1.4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+</a:t>
                      </a:r>
                      <a:r>
                        <a:rPr lang="ko-KR" altLang="en-US" sz="1400" dirty="0"/>
                        <a:t> 마법공격력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48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226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545036"/>
              </p:ext>
            </p:extLst>
          </p:nvPr>
        </p:nvGraphicFramePr>
        <p:xfrm>
          <a:off x="635000" y="421698"/>
          <a:ext cx="11188457" cy="545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Sticky 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Hunter Eyes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Wind Step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Arrow Rain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Phoenix Arrow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Strom Arrow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1.6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739811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둔화를 적용시키는 화살 발사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치명타 확률 증가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초간 본인포함 주변 아군 이동속도 증가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일정거리 앞에 화살의 비를 내린다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전방에 불사조 </a:t>
                      </a:r>
                      <a:r>
                        <a:rPr lang="ko-KR" altLang="en-US" sz="1400" dirty="0" err="1"/>
                        <a:t>화살를</a:t>
                      </a:r>
                      <a:r>
                        <a:rPr lang="ko-KR" altLang="en-US" sz="1400" dirty="0"/>
                        <a:t> 날려 적중한 적은 화상 </a:t>
                      </a:r>
                      <a:r>
                        <a:rPr lang="ko-KR" altLang="en-US" sz="1400" dirty="0" err="1"/>
                        <a:t>디버프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바라보는 방향으로 화살을 지속적으로 발사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0.5 + </a:t>
                      </a: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0.8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치명타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5.0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</a:t>
                      </a:r>
                      <a:r>
                        <a:rPr lang="en-US" altLang="ko-KR" sz="1400" dirty="0"/>
                        <a:t>30% 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바라보는 방향 </a:t>
                      </a:r>
                      <a:r>
                        <a:rPr lang="en-US" altLang="ko-KR" sz="1400" dirty="0"/>
                        <a:t>7.0 </a:t>
                      </a:r>
                      <a:r>
                        <a:rPr lang="ko-KR" altLang="en-US" sz="1400" dirty="0"/>
                        <a:t>거리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0.5</a:t>
                      </a:r>
                      <a:r>
                        <a:rPr lang="ko-KR" altLang="en-US" sz="1400" dirty="0"/>
                        <a:t>초마다 데미지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8.0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</a:t>
                      </a:r>
                      <a:r>
                        <a:rPr lang="en-US" altLang="ko-KR" sz="1400" dirty="0"/>
                        <a:t> * 1.8 + </a:t>
                      </a: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1.8 + </a:t>
                      </a: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1.5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화상 데미지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0.6 + </a:t>
                      </a: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0.5</a:t>
                      </a:r>
                      <a:r>
                        <a:rPr lang="ko-KR" altLang="en-US" sz="1400" dirty="0"/>
                        <a:t>초마다 데미지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1.3 + </a:t>
                      </a:r>
                      <a:r>
                        <a:rPr lang="ko-KR" altLang="en-US" sz="1400" dirty="0"/>
                        <a:t>마법공격력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196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38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081898"/>
              </p:ext>
            </p:extLst>
          </p:nvPr>
        </p:nvGraphicFramePr>
        <p:xfrm>
          <a:off x="635000" y="421698"/>
          <a:ext cx="11188457" cy="5073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Heavy Swing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Crunch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Charging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Roar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Gluttony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Endure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1.2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936016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전방에 거대한 팔을 휘두른다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짧은 거리를 도약하여 착지 지점에 피해 및 둔화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벽에 </a:t>
                      </a:r>
                      <a:r>
                        <a:rPr lang="ko-KR" altLang="en-US" sz="1400" dirty="0" err="1"/>
                        <a:t>부딪힐때까지</a:t>
                      </a:r>
                      <a:r>
                        <a:rPr lang="ko-KR" altLang="en-US" sz="1400" dirty="0"/>
                        <a:t> 돌진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적중한 영웅은 피해를 입히고 기절 시킨다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함성을 질러 공격력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 err="1"/>
                        <a:t>초증가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주변적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초 둔화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탐욕을 증가시켜 </a:t>
                      </a: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초간 공격 </a:t>
                      </a:r>
                      <a:r>
                        <a:rPr lang="ko-KR" altLang="en-US" sz="1400" dirty="0" err="1"/>
                        <a:t>피해량에</a:t>
                      </a:r>
                      <a:r>
                        <a:rPr lang="ko-KR" altLang="en-US" sz="1400" dirty="0"/>
                        <a:t> 비례해 체력 회복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초간 받는 피해 </a:t>
                      </a:r>
                      <a:r>
                        <a:rPr lang="en-US" altLang="ko-KR" sz="1400" dirty="0"/>
                        <a:t>50%</a:t>
                      </a:r>
                      <a:r>
                        <a:rPr lang="ko-KR" altLang="en-US" sz="1400" dirty="0"/>
                        <a:t>감소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받은 </a:t>
                      </a:r>
                      <a:r>
                        <a:rPr lang="ko-KR" altLang="en-US" sz="1400" dirty="0" err="1"/>
                        <a:t>피해량에</a:t>
                      </a:r>
                      <a:r>
                        <a:rPr lang="ko-KR" altLang="en-US" sz="1400" dirty="0"/>
                        <a:t> 비례해 </a:t>
                      </a: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초간 공격력 증가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1.1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돌진속도 </a:t>
                      </a:r>
                      <a:r>
                        <a:rPr lang="en-US" altLang="ko-KR" sz="1400" dirty="0"/>
                        <a:t>25.0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8.0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둔화 </a:t>
                      </a:r>
                      <a:r>
                        <a:rPr lang="en-US" altLang="ko-KR" sz="1400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1.3f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기절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초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돌진속도 </a:t>
                      </a:r>
                      <a:r>
                        <a:rPr lang="en-US" altLang="ko-KR" sz="1400" dirty="0"/>
                        <a:t>20.0 + </a:t>
                      </a:r>
                      <a:r>
                        <a:rPr lang="ko-KR" altLang="en-US" sz="1400" dirty="0"/>
                        <a:t>이동속도 비례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8.0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둔화 </a:t>
                      </a:r>
                      <a:r>
                        <a:rPr lang="en-US" altLang="ko-KR" sz="1400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데미지 </a:t>
                      </a:r>
                      <a:r>
                        <a:rPr lang="en-US" altLang="ko-KR" sz="1400" dirty="0"/>
                        <a:t>30% </a:t>
                      </a:r>
                      <a:r>
                        <a:rPr lang="ko-KR" altLang="en-US" sz="1400" dirty="0"/>
                        <a:t>회복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영웅대상한정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피해량의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20%</a:t>
                      </a:r>
                      <a:r>
                        <a:rPr lang="ko-KR" altLang="en-US" sz="1400" dirty="0"/>
                        <a:t>를 공격력으로 전환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127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15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825611"/>
              </p:ext>
            </p:extLst>
          </p:nvPr>
        </p:nvGraphicFramePr>
        <p:xfrm>
          <a:off x="635000" y="421698"/>
          <a:ext cx="11188457" cy="6801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Rock Throw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Dimension Punch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Butting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Dimension Crush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0.4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616231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바라보는 방향으로 돌을 던진다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안에 적이 존재하면 앞에서 주먹이 나타나 피해를 입힌다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박치기를 하여 전방에 피해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영웅 기절 </a:t>
                      </a:r>
                      <a:r>
                        <a:rPr lang="en-US" altLang="ko-KR" sz="1400" dirty="0"/>
                        <a:t>1.5</a:t>
                      </a:r>
                      <a:r>
                        <a:rPr lang="ko-KR" altLang="en-US" sz="1400" dirty="0"/>
                        <a:t>초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바닥을 내리찍어 주변 죽에게 피해를 입히고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주변에 </a:t>
                      </a:r>
                      <a:r>
                        <a:rPr lang="en-US" altLang="ko-KR" sz="1400" dirty="0"/>
                        <a:t>8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데미지를 주는 공허 뒤틀림 생성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0.2 + </a:t>
                      </a: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1.6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9.0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지속데미지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공격력 </a:t>
                      </a:r>
                      <a:r>
                        <a:rPr lang="en-US" altLang="ko-KR" sz="1400" dirty="0"/>
                        <a:t>* 0.16 + </a:t>
                      </a:r>
                      <a:r>
                        <a:rPr lang="ko-KR" altLang="en-US" sz="1400" dirty="0"/>
                        <a:t>마법 공격력 </a:t>
                      </a:r>
                      <a:r>
                        <a:rPr lang="en-US" altLang="ko-KR" sz="1400" dirty="0"/>
                        <a:t>0.5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둔화 </a:t>
                      </a:r>
                      <a:r>
                        <a:rPr lang="en-US" altLang="ko-KR" sz="1400" dirty="0"/>
                        <a:t>0.2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침묵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127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281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57230"/>
              </p:ext>
            </p:extLst>
          </p:nvPr>
        </p:nvGraphicFramePr>
        <p:xfrm>
          <a:off x="635000" y="421698"/>
          <a:ext cx="11188457" cy="584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Switch case move: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Pointer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++Stats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--Stats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Release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79774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짧은거리</a:t>
                      </a:r>
                      <a:r>
                        <a:rPr lang="ko-KR" altLang="en-US" sz="1400" dirty="0"/>
                        <a:t> 순간이동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가까운 적의 뒤로 이동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자신의 모든 </a:t>
                      </a:r>
                      <a:r>
                        <a:rPr lang="ko-KR" altLang="en-US" sz="1400" dirty="0" err="1"/>
                        <a:t>스탯을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초간 상승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내의 모든 적의 </a:t>
                      </a:r>
                      <a:r>
                        <a:rPr lang="ko-KR" altLang="en-US" sz="1400" dirty="0" err="1"/>
                        <a:t>스탯을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감소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일정 범위에 충격파 발사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적중한 적은 피해를 입고 </a:t>
                      </a:r>
                      <a:r>
                        <a:rPr lang="en-US" altLang="ko-KR" sz="1400" dirty="0"/>
                        <a:t>Memory Leak</a:t>
                      </a:r>
                      <a:r>
                        <a:rPr lang="ko-KR" altLang="en-US" sz="1400" dirty="0" err="1"/>
                        <a:t>디버프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내 모든 플레이어에게 즉발 피해를 입히고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침묵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4.0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제외모든 </a:t>
                      </a:r>
                      <a:r>
                        <a:rPr lang="ko-KR" altLang="en-US" sz="1400" dirty="0" err="1"/>
                        <a:t>스탯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</a:t>
                      </a:r>
                      <a:r>
                        <a:rPr lang="en-US" altLang="ko-KR" sz="1400" dirty="0"/>
                        <a:t>20%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제외모든 </a:t>
                      </a:r>
                      <a:r>
                        <a:rPr lang="ko-KR" altLang="en-US" sz="1400" dirty="0" err="1"/>
                        <a:t>스탯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감소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이동속도 </a:t>
                      </a:r>
                      <a:r>
                        <a:rPr lang="en-US" altLang="ko-KR" sz="1400" dirty="0"/>
                        <a:t>20%</a:t>
                      </a:r>
                      <a:r>
                        <a:rPr lang="ko-KR" altLang="en-US" sz="1400" dirty="0"/>
                        <a:t>감소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1.2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디버프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0.12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 1.2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범위 </a:t>
                      </a:r>
                      <a:r>
                        <a:rPr lang="en-US" altLang="ko-KR" sz="1400" dirty="0"/>
                        <a:t>12.0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127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50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4D0104-7842-3793-00EF-81F8B4A2717A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735294-502C-954F-9AE5-6D09BCF4D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987558"/>
              </p:ext>
            </p:extLst>
          </p:nvPr>
        </p:nvGraphicFramePr>
        <p:xfrm>
          <a:off x="635000" y="421698"/>
          <a:ext cx="11188457" cy="6097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351">
                  <a:extLst>
                    <a:ext uri="{9D8B030D-6E8A-4147-A177-3AD203B41FA5}">
                      <a16:colId xmlns:a16="http://schemas.microsoft.com/office/drawing/2014/main" val="1725959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969065256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29064743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821376688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3037265530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4205647425"/>
                    </a:ext>
                  </a:extLst>
                </a:gridCol>
                <a:gridCol w="1598351">
                  <a:extLst>
                    <a:ext uri="{9D8B030D-6E8A-4147-A177-3AD203B41FA5}">
                      <a16:colId xmlns:a16="http://schemas.microsoft.com/office/drawing/2014/main" val="1964299790"/>
                    </a:ext>
                  </a:extLst>
                </a:gridCol>
              </a:tblGrid>
              <a:tr h="69403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Return 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Switch case laser: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While true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“Hello World!”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554559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쿨타임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56300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시전시간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0.2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즉시 시전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0.5</a:t>
                      </a:r>
                      <a:r>
                        <a:rPr lang="ko-KR" altLang="en-US" dirty="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301"/>
                  </a:ext>
                </a:extLst>
              </a:tr>
              <a:tr h="402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마나 소모량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854286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구체를 앞으로 날리고 날라간 구체는 일정시간 뒤에 돌아온다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적중한 적은 피해 및 </a:t>
                      </a:r>
                      <a:r>
                        <a:rPr lang="en-US" altLang="ko-KR" sz="1400" dirty="0"/>
                        <a:t>Memory Leak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바라보는 방향으로 레이저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On/off</a:t>
                      </a:r>
                      <a:r>
                        <a:rPr lang="ko-KR" altLang="en-US" sz="1400" dirty="0"/>
                        <a:t>스킬로 주변적에게 지속적으로 데미지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및 </a:t>
                      </a:r>
                      <a:r>
                        <a:rPr lang="en-US" altLang="ko-KR" sz="1400" dirty="0"/>
                        <a:t>Memory Leak</a:t>
                      </a:r>
                      <a:r>
                        <a:rPr lang="ko-KR" altLang="en-US" sz="1400" dirty="0" err="1"/>
                        <a:t>디버프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지속시간이 길어질수록 </a:t>
                      </a:r>
                      <a:r>
                        <a:rPr lang="ko-KR" altLang="en-US" sz="1400" dirty="0" err="1"/>
                        <a:t>마나소모량</a:t>
                      </a:r>
                      <a:r>
                        <a:rPr lang="ko-KR" altLang="en-US" sz="1400" dirty="0"/>
                        <a:t> 증가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자신을 중심으로 </a:t>
                      </a:r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 err="1"/>
                        <a:t>초동안</a:t>
                      </a:r>
                      <a:r>
                        <a:rPr lang="ko-KR" altLang="en-US" sz="1400" dirty="0"/>
                        <a:t> 유지되는 </a:t>
                      </a:r>
                      <a:r>
                        <a:rPr lang="ko-KR" altLang="en-US" sz="1400" dirty="0" err="1"/>
                        <a:t>결계</a:t>
                      </a:r>
                      <a:r>
                        <a:rPr lang="ko-KR" altLang="en-US" sz="1400" dirty="0"/>
                        <a:t> 생성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결계</a:t>
                      </a:r>
                      <a:r>
                        <a:rPr lang="ko-KR" altLang="en-US" sz="1400" dirty="0"/>
                        <a:t> 안의 적은 밖으로 나갈 수 없다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1370"/>
                  </a:ext>
                </a:extLst>
              </a:tr>
              <a:tr h="1586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스킬 수치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데미지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이동거리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 공격력 </a:t>
                      </a:r>
                      <a:r>
                        <a:rPr lang="en-US" altLang="ko-KR" sz="1400" dirty="0"/>
                        <a:t>* 1.3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디버프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마법공격력 </a:t>
                      </a:r>
                      <a:r>
                        <a:rPr lang="en-US" altLang="ko-KR" sz="1400" dirty="0"/>
                        <a:t>*0.13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 공격력 </a:t>
                      </a:r>
                      <a:r>
                        <a:rPr lang="en-US" altLang="ko-KR" sz="1400" dirty="0"/>
                        <a:t>* 0.5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0.1</a:t>
                      </a:r>
                      <a:r>
                        <a:rPr lang="ko-KR" altLang="en-US" sz="1400" dirty="0"/>
                        <a:t>초마다 데미지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마법 공격력 </a:t>
                      </a:r>
                      <a:r>
                        <a:rPr lang="en-US" altLang="ko-KR" sz="1400" dirty="0"/>
                        <a:t>* 0.2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마나소모량</a:t>
                      </a:r>
                      <a:r>
                        <a:rPr lang="ko-KR" altLang="en-US" sz="1400" dirty="0"/>
                        <a:t> 초당 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증가</a:t>
                      </a:r>
                      <a:endParaRPr lang="en-US" altLang="ko-KR" sz="14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초마다 데미지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127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962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1541</Words>
  <Application>Microsoft Office PowerPoint</Application>
  <PresentationFormat>와이드스크린</PresentationFormat>
  <Paragraphs>590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스킬, 스탯, 데미지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스킬, 스탯, 데미지</dc:title>
  <dc:creator>김성태(2018182007)</dc:creator>
  <cp:lastModifiedBy>김성태(2018182007)</cp:lastModifiedBy>
  <cp:revision>14</cp:revision>
  <dcterms:created xsi:type="dcterms:W3CDTF">2023-06-09T12:58:46Z</dcterms:created>
  <dcterms:modified xsi:type="dcterms:W3CDTF">2023-07-28T08:12:05Z</dcterms:modified>
</cp:coreProperties>
</file>