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66" r:id="rId3"/>
    <p:sldId id="267" r:id="rId4"/>
    <p:sldId id="269" r:id="rId5"/>
    <p:sldId id="270" r:id="rId6"/>
    <p:sldId id="272" r:id="rId7"/>
    <p:sldId id="273" r:id="rId8"/>
    <p:sldId id="275" r:id="rId9"/>
    <p:sldId id="276" r:id="rId10"/>
    <p:sldId id="279" r:id="rId11"/>
    <p:sldId id="281" r:id="rId12"/>
    <p:sldId id="282" r:id="rId13"/>
    <p:sldId id="284" r:id="rId14"/>
    <p:sldId id="285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07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사용자 지정</PresentationFormat>
  <Paragraphs>14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강 현석</cp:lastModifiedBy>
  <cp:revision>2</cp:revision>
  <dcterms:created xsi:type="dcterms:W3CDTF">2022-12-25T12:05:23Z</dcterms:created>
  <dcterms:modified xsi:type="dcterms:W3CDTF">2022-12-25T12:06:38Z</dcterms:modified>
</cp:coreProperties>
</file>